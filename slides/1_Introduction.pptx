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32" r:id="rId12"/>
    <p:sldId id="724" r:id="rId13"/>
    <p:sldId id="397" r:id="rId14"/>
    <p:sldId id="718" r:id="rId15"/>
    <p:sldId id="783" r:id="rId16"/>
    <p:sldId id="723" r:id="rId17"/>
    <p:sldId id="396" r:id="rId18"/>
    <p:sldId id="400" r:id="rId19"/>
    <p:sldId id="352" r:id="rId20"/>
    <p:sldId id="388" r:id="rId21"/>
    <p:sldId id="721" r:id="rId22"/>
    <p:sldId id="402" r:id="rId23"/>
    <p:sldId id="381" r:id="rId24"/>
    <p:sldId id="722" r:id="rId25"/>
    <p:sldId id="395" r:id="rId26"/>
    <p:sldId id="725" r:id="rId27"/>
    <p:sldId id="401" r:id="rId28"/>
    <p:sldId id="713" r:id="rId29"/>
    <p:sldId id="387" r:id="rId30"/>
    <p:sldId id="720" r:id="rId31"/>
    <p:sldId id="784" r:id="rId32"/>
    <p:sldId id="382" r:id="rId33"/>
    <p:sldId id="357" r:id="rId34"/>
    <p:sldId id="385" r:id="rId35"/>
    <p:sldId id="359" r:id="rId36"/>
    <p:sldId id="727" r:id="rId37"/>
    <p:sldId id="386" r:id="rId38"/>
    <p:sldId id="714" r:id="rId39"/>
    <p:sldId id="360" r:id="rId40"/>
    <p:sldId id="731" r:id="rId41"/>
    <p:sldId id="374" r:id="rId42"/>
    <p:sldId id="375" r:id="rId43"/>
    <p:sldId id="738" r:id="rId44"/>
    <p:sldId id="377" r:id="rId45"/>
    <p:sldId id="729" r:id="rId46"/>
    <p:sldId id="730" r:id="rId47"/>
    <p:sldId id="739" r:id="rId48"/>
    <p:sldId id="376" r:id="rId49"/>
    <p:sldId id="728" r:id="rId50"/>
    <p:sldId id="379" r:id="rId51"/>
    <p:sldId id="380" r:id="rId52"/>
    <p:sldId id="742" r:id="rId53"/>
    <p:sldId id="743" r:id="rId54"/>
    <p:sldId id="744" r:id="rId55"/>
    <p:sldId id="785" r:id="rId56"/>
    <p:sldId id="740" r:id="rId57"/>
    <p:sldId id="384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hashes </a:t>
                </a:r>
              </a:p>
              <a:p>
                <a:r>
                  <a:rPr lang="en-US" dirty="0"/>
                  <a:t>The probability of a hash collisions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</a:t>
                </a:r>
                <a:r>
                  <a:rPr lang="en-US"/>
                  <a:t>the course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22705</TotalTime>
  <Words>3651</Words>
  <Application>Microsoft Office PowerPoint</Application>
  <PresentationFormat>Widescreen</PresentationFormat>
  <Paragraphs>522</Paragraphs>
  <Slides>57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518</cp:revision>
  <cp:lastPrinted>2019-09-03T23:18:19Z</cp:lastPrinted>
  <dcterms:created xsi:type="dcterms:W3CDTF">2019-08-02T23:14:29Z</dcterms:created>
  <dcterms:modified xsi:type="dcterms:W3CDTF">2026-06-16T15:30:38Z</dcterms:modified>
</cp:coreProperties>
</file>